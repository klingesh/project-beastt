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Solar energy is a clean and sustainable source of power that can be harnessed from the sun's rays. It offers several advantages, including abundant resource availability, low maintenance costs, and zero greenhouse gas emissions.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Wind energy is a vital component of the transition to renewable power. It offers several benefits, including reduced dependence on fossil fuels, lower electricity bills for consumers, and job creation in rural areas.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Hydro energy is a reliable and efficient source of renewable power. It offers several advantages, including high energy conversion efficiency rates, long operational lifespans, and carbon-neutral operation.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Geothermal energy is a clean and sustainable source of power that can be harnessed from the earth's internal heat. It offers several advantages, including constant heat flow, high energy conversion efficiency rates, and low greenhouse gas emissions.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Bioenergy is a vital component of the transition to renewable power. It offers several benefits, including carbon-neutral operation, diversified energy mixes, and waste reduction through biomass utilization.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renewable energy sources become increasingly prevalent, the need for effective energy storage solutions grows. Lithium-ion batteries, pumped hydro storage, and flow batteries are just a few of the innovative technologies being developed to address this challenge.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Effective policy and regulation are crucial for the widespread adoption of renewable energy. Governments can incentivize investment in renewables through tax credits, establish RPS targets for utilities, and implement net metering laws to enable rooftop solar.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renewable energy offers many benefits, it also poses several challenges. These include intermittency and variability, high upfront costs for technology, and infrastructure requirements for grid integration.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Renewable Energy</a:t>
            </a:r>
          </a:p>
        </p:txBody>
      </p:sp>
      <p:sp>
        <p:nvSpPr>
          <p:cNvPr id="3" name="Subtitle 2"/>
          <p:cNvSpPr>
            <a:spLocks noGrp="1"/>
          </p:cNvSpPr>
          <p:nvPr>
            <p:ph type="subTitle" idx="1"/>
          </p:nvPr>
        </p:nvSpPr>
        <p:spPr/>
        <p:txBody>
          <a:bodyPr/>
          <a:lstStyle/>
          <a:p>
            <a:r>
              <a:t>Transforming the Way We Generate 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Solar Energy Advantages</a:t>
            </a:r>
          </a:p>
        </p:txBody>
      </p:sp>
      <p:sp>
        <p:nvSpPr>
          <p:cNvPr id="3" name="Content Placeholder 2"/>
          <p:cNvSpPr>
            <a:spLocks noGrp="1"/>
          </p:cNvSpPr>
          <p:nvPr>
            <p:ph idx="1"/>
          </p:nvPr>
        </p:nvSpPr>
        <p:spPr/>
        <p:txBody>
          <a:bodyPr/>
          <a:lstStyle/>
          <a:p>
            <a:pPr/>
            <a:r>
              <a:rPr sz="1800"/>
              <a:t>Abundant resource available worldwide</a:t>
            </a:r>
          </a:p>
          <a:p>
            <a:pPr/>
            <a:r>
              <a:rPr sz="1800"/>
              <a:t>Low maintenance costs over time</a:t>
            </a:r>
          </a:p>
          <a:p>
            <a:pPr/>
            <a:r>
              <a:rPr sz="1800"/>
              <a:t>Zero greenhouse gas emissions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Wind Energy Benefits</a:t>
            </a:r>
          </a:p>
        </p:txBody>
      </p:sp>
      <p:sp>
        <p:nvSpPr>
          <p:cNvPr id="3" name="Content Placeholder 2"/>
          <p:cNvSpPr>
            <a:spLocks noGrp="1"/>
          </p:cNvSpPr>
          <p:nvPr>
            <p:ph idx="1"/>
          </p:nvPr>
        </p:nvSpPr>
        <p:spPr/>
        <p:txBody>
          <a:bodyPr/>
          <a:lstStyle/>
          <a:p>
            <a:pPr/>
            <a:r>
              <a:rPr sz="1800"/>
              <a:t>Reduced dependence on fossil fuels</a:t>
            </a:r>
          </a:p>
          <a:p>
            <a:pPr/>
            <a:r>
              <a:rPr sz="1800"/>
              <a:t>Lower electricity bills for consumers</a:t>
            </a:r>
          </a:p>
          <a:p>
            <a:pPr/>
            <a:r>
              <a:rPr sz="1800"/>
              <a:t>Creates jobs in rural areas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Hydro Energy Potential</a:t>
            </a:r>
          </a:p>
        </p:txBody>
      </p:sp>
      <p:sp>
        <p:nvSpPr>
          <p:cNvPr id="3" name="Content Placeholder 2"/>
          <p:cNvSpPr>
            <a:spLocks noGrp="1"/>
          </p:cNvSpPr>
          <p:nvPr>
            <p:ph idx="1"/>
          </p:nvPr>
        </p:nvSpPr>
        <p:spPr/>
        <p:txBody>
          <a:bodyPr/>
          <a:lstStyle/>
          <a:p>
            <a:pPr/>
            <a:r>
              <a:rPr sz="1800"/>
              <a:t>High energy conversion efficiency rates</a:t>
            </a:r>
          </a:p>
          <a:p>
            <a:pPr/>
            <a:r>
              <a:rPr sz="1800"/>
              <a:t>Long operational lifespan</a:t>
            </a:r>
          </a:p>
          <a:p>
            <a:pPr/>
            <a:r>
              <a:rPr sz="1800"/>
              <a:t>Carbon-neutral operation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Geothermal Energy Advantages</a:t>
            </a:r>
          </a:p>
        </p:txBody>
      </p:sp>
      <p:sp>
        <p:nvSpPr>
          <p:cNvPr id="3" name="Content Placeholder 2"/>
          <p:cNvSpPr>
            <a:spLocks noGrp="1"/>
          </p:cNvSpPr>
          <p:nvPr>
            <p:ph idx="1"/>
          </p:nvPr>
        </p:nvSpPr>
        <p:spPr/>
        <p:txBody>
          <a:bodyPr/>
          <a:lstStyle/>
          <a:p>
            <a:pPr/>
            <a:r>
              <a:rPr sz="1800"/>
              <a:t>Constant heat flow from the earth</a:t>
            </a:r>
          </a:p>
          <a:p>
            <a:pPr/>
            <a:r>
              <a:rPr sz="1800"/>
              <a:t>High energy conversion efficiency rates</a:t>
            </a:r>
          </a:p>
          <a:p>
            <a:pPr/>
            <a:r>
              <a:rPr sz="1800"/>
              <a:t>Low greenhouse gas emissions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Bioenergy Benefits</a:t>
            </a:r>
          </a:p>
        </p:txBody>
      </p:sp>
      <p:sp>
        <p:nvSpPr>
          <p:cNvPr id="3" name="Content Placeholder 2"/>
          <p:cNvSpPr>
            <a:spLocks noGrp="1"/>
          </p:cNvSpPr>
          <p:nvPr>
            <p:ph idx="1"/>
          </p:nvPr>
        </p:nvSpPr>
        <p:spPr/>
        <p:txBody>
          <a:bodyPr/>
          <a:lstStyle/>
          <a:p>
            <a:pPr/>
            <a:r>
              <a:rPr sz="1800"/>
              <a:t>Carbon-neutral operation</a:t>
            </a:r>
          </a:p>
          <a:p>
            <a:pPr/>
            <a:r>
              <a:rPr sz="1800"/>
              <a:t>Diversified energy mix</a:t>
            </a:r>
          </a:p>
          <a:p>
            <a:pPr/>
            <a:r>
              <a:rPr sz="1800"/>
              <a:t>Waste reduction through biomass utilization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Energy Storage Solutions</a:t>
            </a:r>
          </a:p>
        </p:txBody>
      </p:sp>
      <p:sp>
        <p:nvSpPr>
          <p:cNvPr id="3" name="Content Placeholder 2"/>
          <p:cNvSpPr>
            <a:spLocks noGrp="1"/>
          </p:cNvSpPr>
          <p:nvPr>
            <p:ph idx="1"/>
          </p:nvPr>
        </p:nvSpPr>
        <p:spPr/>
        <p:txBody>
          <a:bodyPr/>
          <a:lstStyle/>
          <a:p>
            <a:pPr/>
            <a:r>
              <a:rPr sz="1800"/>
              <a:t>Lithium-ion batteries for grid-scale storage</a:t>
            </a:r>
          </a:p>
          <a:p>
            <a:pPr/>
            <a:r>
              <a:rPr sz="1800"/>
              <a:t>Pumped hydro storage for long-duration storage</a:t>
            </a:r>
          </a:p>
          <a:p>
            <a:pPr/>
            <a:r>
              <a:rPr sz="1800"/>
              <a:t>Flow batteries for flexible energy storage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Renewable Energy Policy</a:t>
            </a:r>
          </a:p>
        </p:txBody>
      </p:sp>
      <p:sp>
        <p:nvSpPr>
          <p:cNvPr id="3" name="Content Placeholder 2"/>
          <p:cNvSpPr>
            <a:spLocks noGrp="1"/>
          </p:cNvSpPr>
          <p:nvPr>
            <p:ph idx="1"/>
          </p:nvPr>
        </p:nvSpPr>
        <p:spPr/>
        <p:txBody>
          <a:bodyPr/>
          <a:lstStyle/>
          <a:p>
            <a:pPr/>
            <a:r>
              <a:rPr sz="1800"/>
              <a:t>Net metering laws for rooftop solar</a:t>
            </a:r>
          </a:p>
          <a:p>
            <a:pPr/>
            <a:r>
              <a:rPr sz="1800"/>
              <a:t>Renewable portfolio standards (RPS) for utilities</a:t>
            </a:r>
          </a:p>
          <a:p>
            <a:pPr/>
            <a:r>
              <a:rPr sz="1800"/>
              <a:t>Tax incentives for renewable energy investments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Renewable Energy Challenges</a:t>
            </a:r>
          </a:p>
        </p:txBody>
      </p:sp>
      <p:sp>
        <p:nvSpPr>
          <p:cNvPr id="3" name="Content Placeholder 2"/>
          <p:cNvSpPr>
            <a:spLocks noGrp="1"/>
          </p:cNvSpPr>
          <p:nvPr>
            <p:ph idx="1"/>
          </p:nvPr>
        </p:nvSpPr>
        <p:spPr/>
        <p:txBody>
          <a:bodyPr/>
          <a:lstStyle/>
          <a:p>
            <a:pPr/>
            <a:r>
              <a:rPr sz="1800"/>
              <a:t>Intermittency and variability</a:t>
            </a:r>
          </a:p>
          <a:p>
            <a:pPr/>
            <a:r>
              <a:rPr sz="1800"/>
              <a:t>High upfront costs for technology</a:t>
            </a:r>
          </a:p>
          <a:p>
            <a:pPr/>
            <a:r>
              <a:rPr sz="1800"/>
              <a:t>Infrastructure requirements for grid integration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