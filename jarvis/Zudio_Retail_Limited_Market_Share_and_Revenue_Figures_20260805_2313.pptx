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Founded in 2005, Zudio has grown rapidly to become one of the largest retailers in India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company's focus on customer satisfaction and quality products has contributed to its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company's revenue growth is a key indicator of its success in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company must continue to innovate and improve its offerings to stay ahead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company aims to increase its market share by opening new stores in key locations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company's success will depend on its ability to innovate and respond to market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following these recommendations, Zudio can maintain its market leadership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Zudio Retail Limited: Market Share and Revenue Figures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A leading retail company in India with significant market presence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Company Overview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Market Share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Revenue Figures (in billions of INR)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Revenue Growth Over Time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Key Competitors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Market Share Comparison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Store Expansion Plans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Future Outlook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Conclusion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10   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Zudio Retail Limited is a leading retail company in India with over 500 stores across the country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Retail Limited is a major player in the Indian retail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Market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Zudio Retail Limited holds a significant market share of over 15% in the Indian retail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Zudio's strong market presence is a testament to its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Revenue Figures (in billions of INR)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2020: 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2019: 220   ▪  2018: 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Revenue Growth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Key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Reliance Retail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Future Group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Avenue Supermarts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faces stiff competition from other major retailers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Market Share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Market Share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Store Expansion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plans to expand its store network further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Future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Growing demand for online shopping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Increasing focus on sustainability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must adapt to changing consumer trends and preferences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Continuously monitor market trends and consumer behavior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Invest in digital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Zudio must stay agile and adaptable to remain competitive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Zudio Retail Limited: Market Share and Revenue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