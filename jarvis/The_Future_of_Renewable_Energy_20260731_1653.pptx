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Renewable Energy Development in the California Desert by mypubliclands (CC BY 2.0) https://www.flickr.com/photos/91981596@N06/29730316311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IPCC, we must reduce greenhouse gas emissions by 45% by 2030 to meet the Paris Agreement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of solar panels has decreased by 70% over the past decade, making them more competitive with fossil fuels.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International Energy Agency, renewable energy accounted for 26% of global electricity generation in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of energy storage has decreased by 80% over the past decade, making it more viable for large-scale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World Health Organization, air pollution from fossil fuels causes 7 million premature deaths worldwide each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European Union has set a target of at least 32% of its energy coming from renewables by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International Renewable Energy Agency, investing in renewable energy can create up to 24 million jobs globally by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The Future of Renewable Energy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Harnessing the power of nature to fuel our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July 31, 2026</a:t>
            </a:r>
          </a:p>
        </p:txBody>
      </p:sp>
      <p:pic>
        <p:nvPicPr>
          <p:cNvPr id="6" name="Picture 5" descr="e07ec93214863bd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15" y="0"/>
            <a:ext cx="102819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Why Renewable Energy Matters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Renewable Energy Sources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Renewable Energy Growth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Challenges and Opportunities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Renewable Energy vs. Fossil Fuels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Renewable Energy Timeline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Conclusion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Why Renewable Energy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Reducing carbon emissions by 50% by 2030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Creating jobs and stimulating local economies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Improving air quality and public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Renewable energy is essential for a sustainable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Future of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Solar power: 1.3 million installations worldwide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Wind power: 740 GW of capacity installed globally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Hydroelectric power: 1,200 TWh of electricity generated annually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A variety of renewable energy sources are available and growing in popularity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Future of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Annual growth rate of renewable energy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Future of Renewable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Challenges and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Grid integration: connecting renewables to the grid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Energy storage: improving battery technology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Policy and regulation: supporting a transition to 100% renewables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Addressing challenges is crucial for widespread adoption of renewable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Future of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vs. Fossil Fuels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Renewable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Zero greenhouse gas emissions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Abundant resource availability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Low operating costs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Fossil Fuels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High greenhouse gas emissions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Finite resource availability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High operating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Future of Renewable Energy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45775" cy="381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52573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Renewable energy accounted for 26% of global electricity generation</a:t>
            </a:r>
          </a:p>
        </p:txBody>
      </p:sp>
      <p:sp>
        <p:nvSpPr>
          <p:cNvPr id="9" name="Oval 8"/>
          <p:cNvSpPr/>
          <p:nvPr/>
        </p:nvSpPr>
        <p:spPr>
          <a:xfrm>
            <a:off x="5967831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50% reduction in greenhouse gas emissions target</a:t>
            </a:r>
          </a:p>
        </p:txBody>
      </p:sp>
      <p:sp>
        <p:nvSpPr>
          <p:cNvPr id="12" name="Oval 11"/>
          <p:cNvSpPr/>
          <p:nvPr/>
        </p:nvSpPr>
        <p:spPr>
          <a:xfrm>
            <a:off x="9483089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3476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4916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100% renewable energy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Future of Renewable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Conclusion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Investing in renewable energy infrastructure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Developing policies to support a transition to 100% renewables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Educating the public about the benefits of renewable energy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A collective effort is needed to achieve a sustainable future with 100% renewable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 Future of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Renewable Energy Development in the California Desert by mypubliclands (CC BY 2.0) https://www.flickr.com/photos/91981596@N06/29730316311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