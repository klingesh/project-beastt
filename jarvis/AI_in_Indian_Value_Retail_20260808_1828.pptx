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Market Share</c:v>
                </c:pt>
              </c:strCache>
            </c:strRef>
          </c:tx>
          <c:spPr>
            <a:solidFill>
              <a:srgbClr val="3DA5D9"/>
            </a:solidFill>
          </c:spPr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2020</c:v>
                </c:pt>
                <c:pt idx="2">
                  <c:v>2022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5.0</c:v>
                </c:pt>
                <c:pt idx="1">
                  <c:v>10.0</c:v>
                </c:pt>
                <c:pt idx="2">
                  <c:v>12.0</c:v>
                </c:pt>
                <c:pt idx="3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EF4FA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EF4F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can elaborate on the growth drivers and trends shaping the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growing trend of AI adoption in Indian retail industry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need for Indian retailers to catch up with global AI adoption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how AI benefits can be achieved through strategic implementation and investment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growing trend of AI adoption in Indian retail and its potential impact on sales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potential for AI to drive business growth and competitiveness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need for strategic investments and partnerships to overcome these challenges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tangible benefits of AI adoption in Indian retail, highlighting successful case studies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rapid growth and potential of AI in Indian retail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importance of taking immediate action to avoid being left behind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 Light"/>
              </a:rPr>
              <a:t>AI in Indian Value Retail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3DA5D9"/>
                </a:solidFill>
                <a:latin typeface="Calibri"/>
              </a:rPr>
              <a:t>Unlocking Efficiency and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August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4577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01    Introduction to Indian Value Retail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02    Current State of AI Adoption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03    Global AI Adoption in Retail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04    Benefits of AI in Retail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05    Market Share of AI in Indian Retail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06    Revenue Impact of AI Adoption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07    Challenges to AI Adoption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08    Success Stories of AI Adoption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09    Future of AI in Indian Value Retail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10    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Introduction to Indian Value Retail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Indian retail industry is rapidly growing and evolving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Current State of AI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percentage of Indian retailers using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42 percent of Indian retailers currently use AI for customer service   ▪  25 percent of Indian retailers use AI for inventory management since 2020   ▪  15 percent of Indian retailers plan to invest in AI within the next two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Global AI Adoption in Retail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090007" cy="502920"/>
          </a:xfrm>
          <a:prstGeom prst="rect">
            <a:avLst/>
          </a:prstGeom>
          <a:solidFill>
            <a:srgbClr val="134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Global AI Adoption Rates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North America: 75 percent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Europe: 60 percent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Asia Pacific: 40 percent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554480"/>
            <a:ext cx="5090007" cy="41148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554480"/>
            <a:ext cx="5090007" cy="50292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1627632"/>
            <a:ext cx="46328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 Light"/>
              </a:rPr>
              <a:t>Indian AI Adoption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240280"/>
            <a:ext cx="46328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Customer service: 42 percent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Inventory management: 25 percent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▪  Planned investment: 15 percent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Benefits of AI in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AI-powered chatbots improve customer service by 25 percent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McKinsey reports AI-driven retail analytics increase sales by 10 percent annually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Walmart uses AI to optimize inventory management, reducing costs by 15 percent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Indian retailer Reliance Retail sees 20 percent increase in customer engagement with AI-driven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AI adoption enhances retail efficiency, customer experience, and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Market Share of AI in Indian Retail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767" y="1508760"/>
            <a:ext cx="3413647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AI solutions hold 12 percent market share in Indian retail as of 2022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Indian retail AI market valued at 10.5 billion USD in 2020 and growing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Reliance Retail leads AI adoption with 25 percent of total sales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AI-powered retail analytics expected to reach 20 percent market share by 2025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1508760"/>
          <a:ext cx="6492057" cy="37417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AI solutions are increasingly capturing market share in Indian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Revenue Impact of AI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9600" b="1">
                <a:solidFill>
                  <a:srgbClr val="0B2545"/>
                </a:solidFill>
                <a:latin typeface="Calibri Light"/>
              </a:rPr>
              <a:t>12%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5A6B7B"/>
                </a:solidFill>
                <a:latin typeface="Calibri"/>
              </a:rPr>
              <a:t>Average revenue increase for Indian retailers using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▪  Indian retailers using AI see average revenue increase of 12 percent   ▪  AI-driven sales growth valued at 10.2 billion USD annually by 2025   ▪  Reliance Retail reports 15 percent revenue boost after AI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Challenges to AI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271455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Indian retailers face 30 percent higher AI implementation costs than global peers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Talent shortage hinders 25 percent of Indian retailers from adopting AI solutions effectively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▪   75 percent of Indian retailers lack necessary infrastructure to support AI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5440680"/>
            <a:ext cx="63500" cy="658368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50408"/>
            <a:ext cx="100885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34074"/>
                </a:solidFill>
                <a:latin typeface="Calibri"/>
              </a:rPr>
              <a:t>High costs, talent scarcity, and infrastructure gaps hinder AI adoption in Indian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828800"/>
            <a:ext cx="96313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0">
                <a:solidFill>
                  <a:srgbClr val="0B2545"/>
                </a:solidFill>
                <a:latin typeface="Calibri Light"/>
              </a:rPr>
              <a:t>“AI has been a game-changer for our business, enabling us to enhance customer experience and optimize operations”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029200"/>
            <a:ext cx="96313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A6B7B"/>
                </a:solidFill>
                <a:latin typeface="Calibri"/>
              </a:rPr>
              <a:t>— Darshan Mehta, CEO of Reliance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Future of AI in Indian Value Retail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381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52573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Indian retail AI market valued at 14.2 billion USD</a:t>
            </a:r>
          </a:p>
        </p:txBody>
      </p:sp>
      <p:sp>
        <p:nvSpPr>
          <p:cNvPr id="9" name="Oval 8"/>
          <p:cNvSpPr/>
          <p:nvPr/>
        </p:nvSpPr>
        <p:spPr>
          <a:xfrm>
            <a:off x="5967831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AI adoption in Indian retail reaches 50 percent</a:t>
            </a:r>
          </a:p>
        </p:txBody>
      </p:sp>
      <p:sp>
        <p:nvSpPr>
          <p:cNvPr id="12" name="Oval 11"/>
          <p:cNvSpPr/>
          <p:nvPr/>
        </p:nvSpPr>
        <p:spPr>
          <a:xfrm>
            <a:off x="9483089" y="3457194"/>
            <a:ext cx="256032" cy="256032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3476" y="2514600"/>
            <a:ext cx="35152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34074"/>
                </a:solidFill>
                <a:latin typeface="Calibri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4916" y="3886200"/>
            <a:ext cx="333237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AI-driven sales growth in Indian retail reaches 15.6 billion USD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94484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AI in Indian Value Retail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355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08610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 Light"/>
              </a:rPr>
              <a:t>Call to Action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3DA5D9"/>
                </a:solidFill>
                <a:latin typeface="Calibri"/>
              </a:rPr>
              <a:t>Indian retailers must adopt AI to boost revenue and stay competitive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880360"/>
            <a:ext cx="1463040" cy="76200"/>
          </a:xfrm>
          <a:prstGeom prst="rect">
            <a:avLst/>
          </a:prstGeom>
          <a:solidFill>
            <a:srgbClr val="3DA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