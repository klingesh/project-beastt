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FISIK retail store Tunjungan Plaza by jheffryswid™ d e s i g n (CC BY 2.0) https://www.flickr.com/photos/22938698@N08/5278137532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overview of the company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company's expansion and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company's financial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company's store design and 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company's environmental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 the company's market standing and advantages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company's future expansion and 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company's vision and 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Zudio Retail Limited Overview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Transforming retail experiences through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05, 2026</a:t>
            </a:r>
          </a:p>
        </p:txBody>
      </p:sp>
      <p:pic>
        <p:nvPicPr>
          <p:cNvPr id="6" name="Picture 5" descr="336b53dd10d3a9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95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Introduction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Company History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Revenue Growth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Store Experience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Sustainability Initiatives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Market Position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Future Plans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CEO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Introduction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DA5D9"/>
                </a:solidFill>
                <a:latin typeface="Calibri"/>
              </a:rPr>
              <a:t>Zudio Retail Limited is a leading retail company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Company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Founded in 2010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First store opened in 2012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Expanded to 100 stores by 2018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 Retail Limited has experienced rapid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Revenue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500 million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USD in annual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Store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1183" y="1508760"/>
            <a:ext cx="4297551" cy="34015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0448" y="2571750"/>
            <a:ext cx="1280160" cy="1280160"/>
          </a:xfrm>
          <a:prstGeom prst="ellipse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 Retail Limited offers a unique shopping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Sustainability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Reduced energy consumption by 20%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Implemented recycling programs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Sourced 50% of materials from sustainable suppliers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 Retail Limited is committed to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Market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Zudio Retail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Strong brand presence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Wide product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Competitors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Limited brand recognition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Narrow product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Future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381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31387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27288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509000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Expand to 200 stores</a:t>
            </a:r>
          </a:p>
        </p:txBody>
      </p:sp>
      <p:sp>
        <p:nvSpPr>
          <p:cNvPr id="9" name="Oval 8"/>
          <p:cNvSpPr/>
          <p:nvPr/>
        </p:nvSpPr>
        <p:spPr>
          <a:xfrm>
            <a:off x="8604275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847" y="2514600"/>
            <a:ext cx="527288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287" y="3886200"/>
            <a:ext cx="509000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Enter new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313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0">
                <a:solidFill>
                  <a:srgbClr val="0B2545"/>
                </a:solidFill>
                <a:latin typeface="Calibri Light"/>
              </a:rPr>
              <a:t>“Our goal is to revolutionize the retail industry”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B"/>
                </a:solidFill>
                <a:latin typeface="Calibri"/>
              </a:rPr>
              <a:t>— CEO, Zudio Retail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FISIK retail store Tunjungan Plaza by jheffryswid™ d e s i g n (CC BY 2.0) https://www.flickr.com/photos/22938698@N08/5278137532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