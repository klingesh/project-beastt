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image: Renewable Energy Development in the California Desert by mypubliclands (CC BY 2.0) https://www.flickr.com/photos/91981596@N06/29730316311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According to the IPCC, we have 10 years to limit global warming to 1.5°C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of solar panels has fallen by 70% in the last decade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According to the IRENA, renewables accounted for 36% of global electricity generation in 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According to the IEA, $1.7 trillion in investments are needed by 2050 to reach net-zero emissions</a:t>
            </a:r>
          </a:p>
          <a:p/>
          <a:p>
            <a:r>
              <a:t>Image: Jim Scrivener introducing us to PROUF, an alternative to drilling: playful chall by blogefl (CC BY-SA 2.0) https://www.flickr.com/photos/51223760@N00/15092119008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According to the Lazard Levelized Cost of Energy report, renewables have fallen below $30/MWh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Renewable Energy: A Sustainable Future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3DA5D9"/>
                </a:solidFill>
                <a:latin typeface="Calibri"/>
              </a:rPr>
              <a:t>Harnessing the power of nature to reduce our carbon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July 31, 2026</a:t>
            </a:r>
          </a:p>
        </p:txBody>
      </p:sp>
      <p:pic>
        <p:nvPicPr>
          <p:cNvPr id="6" name="Picture 5" descr="e07ec93214863bd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15" y="0"/>
            <a:ext cx="102819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The Problem with Fossil Fuels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Renewable Energy Sources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Global Renewable Energy Capacity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Challenges and Opportunities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Cost of Renewable Energy vs. Fossil Fuels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The Future of Energy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Renewable Energy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The Problem with Fossil Fuels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Climate change is real and urgent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Fossil fuels are finite resources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Air pollution affects millions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We need to transition away from fossil fuels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Renewable Energy: A Sustainable Future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516712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Solar power is growing at 20% per year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Wind energy is now cheaper than coal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Hydroelectric power is reliable and efficient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071183" y="1508760"/>
            <a:ext cx="4297551" cy="34015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60448" y="2571750"/>
            <a:ext cx="1280160" cy="1280160"/>
          </a:xfrm>
          <a:prstGeom prst="ellipse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Renewables are becoming increasingly viable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Renewable Energy: A Sustainable Future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Global Renewable Energy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1,200 GW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installed capacity (2020)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▪  Wind: 740 GW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Renewable Energy: A Sustainable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Challenges and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516712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Energy storage is still a challenge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Grid integration requires infrastructure investment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Policy support is crucial for growth</a:t>
            </a:r>
          </a:p>
        </p:txBody>
      </p:sp>
      <p:pic>
        <p:nvPicPr>
          <p:cNvPr id="6" name="Picture 5" descr="670c7295ac8319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183" y="1508760"/>
            <a:ext cx="4297551" cy="429755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We need to address the challenges of renewable energy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Renewable Energy: A Sustainable Future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Cost of Renewable Energy vs. Fossil Fuels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Renewable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Fossil Fuels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Renewable Energy: A Sustainable 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313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0">
                <a:solidFill>
                  <a:srgbClr val="0B2545"/>
                </a:solidFill>
                <a:latin typeface="Calibri Light"/>
              </a:rPr>
              <a:t>“We must transition to 100% renewable energy by 2050”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0"/>
            <a:ext cx="96313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B"/>
                </a:solidFill>
                <a:latin typeface="Calibri"/>
              </a:rPr>
              <a:t>— IEA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Renewable Energy: A Sustainable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45775" cy="381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52573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50% of global electricity generation from renewables</a:t>
            </a:r>
          </a:p>
        </p:txBody>
      </p:sp>
      <p:sp>
        <p:nvSpPr>
          <p:cNvPr id="9" name="Oval 8"/>
          <p:cNvSpPr/>
          <p:nvPr/>
        </p:nvSpPr>
        <p:spPr>
          <a:xfrm>
            <a:off x="5967831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80% of new power capacity is renewable</a:t>
            </a:r>
          </a:p>
        </p:txBody>
      </p:sp>
      <p:sp>
        <p:nvSpPr>
          <p:cNvPr id="12" name="Oval 11"/>
          <p:cNvSpPr/>
          <p:nvPr/>
        </p:nvSpPr>
        <p:spPr>
          <a:xfrm>
            <a:off x="9483089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3476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4916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100% of energy comes from renewable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Renewable Energy: A Sustainable 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Image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Renewable Energy Development in the California Desert by mypubliclands (CC BY 2.0) https://www.flickr.com/photos/91981596@N06/29730316311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Jim Scrivener introducing us to PROUF, an alternative to drilling: playful chall by blogefl (CC BY-SA 2.0) https://www.flickr.com/photos/51223760@N00/15092119008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