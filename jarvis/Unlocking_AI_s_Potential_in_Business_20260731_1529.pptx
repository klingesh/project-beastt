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encompasses a range of techniques, including machine learning, natural language processing, and computer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can automate routine tasks, freeing up resources for strategic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type has its strengths and weaknesses, making it essential to choose the right model for your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these challenges requires careful planning, collaboration, and ongoing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examples demonstrate the potential of AI to transform industries and improve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doing so, businesses can maximize the benefits of AI while minimizing its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AI continues to evolve, businesses must stay adaptable and committed to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taking these steps, businesses can unlock the full potential of AI and drive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understanding AI's capabilities and limitations, we can harness its potential to transform industries and improve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Unlocking AI's Potential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Strategies for Adoption and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Artificial Intelligence refers to the development of computer systems that can perform tasks</a:t>
            </a:r>
          </a:p>
          <a:p>
            <a:pPr/>
            <a:r>
              <a:rPr sz="1800"/>
              <a:t>that typically require human intelligence, such as learning, problem-solving, and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Increased efficiency and productivity</a:t>
            </a:r>
          </a:p>
          <a:p>
            <a:pPr/>
            <a:r>
              <a:rPr sz="1800"/>
              <a:t>Improved customer experience through personalized recommendations</a:t>
            </a:r>
          </a:p>
          <a:p>
            <a:pPr/>
            <a:r>
              <a:rPr sz="1800"/>
              <a:t>Enhanced decision-making with data-driven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Supervised learning: training on labeled data</a:t>
            </a:r>
          </a:p>
          <a:p>
            <a:pPr/>
            <a:r>
              <a:rPr sz="1800"/>
              <a:t>Unsupervised learning: discovering patterns in unlabeled data</a:t>
            </a:r>
          </a:p>
          <a:p>
            <a:pPr/>
            <a:r>
              <a:rPr sz="1800"/>
              <a:t>Reinforcement learning: trial and error to achieve a goal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Data quality and availability</a:t>
            </a:r>
          </a:p>
          <a:p>
            <a:pPr/>
            <a:r>
              <a:rPr sz="1800"/>
              <a:t>Algorithmic bias and fairness concerns</a:t>
            </a:r>
          </a:p>
          <a:p>
            <a:pPr/>
            <a:r>
              <a:rPr sz="1800"/>
              <a:t>Cybersecurity risks associated with AI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Google's AlphaGo beating human champions in Go</a:t>
            </a:r>
          </a:p>
          <a:p>
            <a:pPr/>
            <a:r>
              <a:rPr sz="1800"/>
              <a:t>Amazon's Alexa revolutionizing virtual assistants</a:t>
            </a:r>
          </a:p>
          <a:p>
            <a:pPr/>
            <a:r>
              <a:rPr sz="1800"/>
              <a:t>Self-driving cars by Waymo and Tesla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for AI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Develop a data strategy for AI initiatives</a:t>
            </a:r>
          </a:p>
          <a:p>
            <a:pPr/>
            <a:r>
              <a:rPr sz="1800"/>
              <a:t>Establish clear metrics for measuring success</a:t>
            </a:r>
          </a:p>
          <a:p>
            <a:pPr/>
            <a:r>
              <a:rPr sz="1800"/>
              <a:t>Invest in ongoing training and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Increased focus on explainability and transparency</a:t>
            </a:r>
          </a:p>
          <a:p>
            <a:pPr/>
            <a:r>
              <a:rPr sz="1800"/>
              <a:t>Growing importance of human-AI collaboration</a:t>
            </a:r>
          </a:p>
          <a:p>
            <a:pPr/>
            <a:r>
              <a:rPr sz="1800"/>
              <a:t>Potential for AI to drive new business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Identify areas where AI can add value</a:t>
            </a:r>
          </a:p>
          <a:p>
            <a:pPr/>
            <a:r>
              <a:rPr sz="1800"/>
              <a:t>Assess current capabilities and limitations</a:t>
            </a:r>
          </a:p>
          <a:p>
            <a:pPr/>
            <a:r>
              <a:rPr sz="1800"/>
              <a:t>Develop a roadmap for AI adoption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AI is a powerful tool for business success</a:t>
            </a:r>
          </a:p>
          <a:p>
            <a:pPr/>
            <a:r>
              <a:rPr sz="1800"/>
              <a:t>Its benefits far outweigh its challenges when implemented correctly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