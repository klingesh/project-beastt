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policy incentives and cost declines are driving the investment surge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the 12% figure reflects both electricity and heat sectors, and that targets aim for 30%+ by 2030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falling module prices and streamlined permitting contributed to this acceleration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regional variations where wind remains more cost‑effective, such as high‑wind offshore sites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coexistence of solar and wind installations, illustrating complementary resource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these benefits translate into economic savings from reduced healthcare costs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skill‑training programs are essential to sustain this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rising demand for skilled technicians and engineers in installation and maintenance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coordinated action across finance, regulation, and education is critical for success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Powering the Future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FBBF24"/>
                </a:solidFill>
                <a:latin typeface="Calibri"/>
              </a:rPr>
              <a:t>Renewables are reshaping the global energy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August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Context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Global Energy Demand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Renewable Share of Primary Energy (2023)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Growth of Global Solar Capacity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Cost Comparison: Solar vs. Wind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Renewable Energy Landscape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Implications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08    Environmental Benefits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09    Economic Opportunities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10    Renewable Energy Employment Growth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11    Policy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861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Global Energy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99856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Global primary energy consumption reached 606 exajoules in 2022, driven by rising industrial demand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Fossil fuels supplied 84% of that demand, highlighting limited progress toward decarbonization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Renewable sources accounted for 12% of total primary energy, up from 9% in 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508760"/>
            <a:ext cx="499856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Solar photovoltaic capacity grew 22% year‑over‑year in 2023, the fastest among renewables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Investment in renewable projects hit $500 billion in 2023, surpassing coal financing for the first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Energy demand is soaring, but renewables are gaining a larger share each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Powering the Future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Share of Primary Energy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7C2D12"/>
                </a:solidFill>
                <a:latin typeface="Calibri Ligh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78716C"/>
                </a:solidFill>
                <a:latin typeface="Calibri"/>
              </a:rPr>
              <a:t>Percent of total primary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Powering the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Growth of Global Solar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Solar capacity more than doubled in five years, reshaping the generation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Powering the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Cost Comparison: Solar vs. Wind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090007" cy="41148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90007" cy="5029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Solar PV Levelized Cost (USD/MWh)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2023 average $30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2020 average $45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2015 average $80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090007" cy="41148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54480"/>
            <a:ext cx="5090007" cy="50292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Onshore Wind Levelized Cost (USD/MWh)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2023 average $35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2020 average $45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2015 average $70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Powering the 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Energy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Visual proof of expanding clean‑energy infrastructure across diverse terrains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Powering the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861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Implications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Environmental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99856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Renewable electricity avoided 2.1 billion tonnes of CO₂ emissions in 2023, equivalent to removing 450 million cars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Air pollutant reductions saved an estimated 1.3 million premature deaths worldwide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Water consumption for power generation dropped 30% where renewables displaced thermal plants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508760"/>
            <a:ext cx="499856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Biodiversity impacts are lower per MWh for solar and wind compared with coal mining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Soil erosion and land degradation are minimized through dual‑use agrivoltaic projects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Clean power delivers measurable health and ecological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Powering the Future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Economic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99856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Global renewable energy market projected to reach $1.5 trillion in annual revenue by 2030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Solar module manufacturing jobs grew 15% year‑over‑year, creating 1.2 million positions in 2023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Emerging economies attracted $120 billion in foreign direct investment for wind farms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508760"/>
            <a:ext cx="499856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Rural communities benefit from lease payments averaging $150 per acre per year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Green hydrogen projects could generate $300 billion in new economic activity by 2035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The sector is a powerful engine for jobs, investment, and regional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Powering the Future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Energy Employment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Renewable‑energy jobs have nearly doubled since 2015, outpacing overall employment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Powering the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Policy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99856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Implement carbon pricing at $50 per tonne CO₂ to accelerate clean‑power investment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Expand tax credits for storage and grid modernization to address intermittency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Mandate 30% renewable electricity by 2030 in national energy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508760"/>
            <a:ext cx="499856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Support workforce transition programs for coal‑dependent regions with retraining grants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Encourage public‑private partnerships to finance offshore wind projects in high‑potential zones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Targeted policies can unlock further renewable expansion and ensure a just transition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Powering the Future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