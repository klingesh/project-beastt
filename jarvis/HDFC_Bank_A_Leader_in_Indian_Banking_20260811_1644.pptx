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Banking Sector Assets</c:v>
                </c:pt>
              </c:strCache>
            </c:strRef>
          </c:tx>
          <c:spPr>
            <a:solidFill>
              <a:srgbClr val="3DA5D9"/>
            </a:solidFill>
          </c:spPr>
          <c:cat>
            <c:strRef>
              <c:f>Sheet1!$A$2:$A$6</c:f>
              <c:strCach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2.0</c:v>
                </c:pt>
                <c:pt idx="2">
                  <c:v>2.1</c:v>
                </c:pt>
                <c:pt idx="3">
                  <c:v>2.2</c:v>
                </c:pt>
                <c:pt idx="4">
                  <c:v>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EF4F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F4F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178.0</c:v>
                </c:pt>
                <c:pt idx="1">
                  <c:v>200.0</c:v>
                </c:pt>
                <c:pt idx="2">
                  <c:v>215.0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Assets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1.8</c:v>
                </c:pt>
                <c:pt idx="1">
                  <c:v>2.1</c:v>
                </c:pt>
                <c:pt idx="2">
                  <c:v>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EF4F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F4F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capture - bugs story by utpal. (CC BY 2.0) https://www.flickr.com/photos/9643247@N08/2065659116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bank's growth and recognition in the Indian banking sector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growth rate and digital transactions trend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bank's strong customer base and significant market 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bank's commitment to staying ahead of the curve in digital banking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bank's long term commitment to sustainability and community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bank's strong financial performance and high customer satisfaction ratings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technological advancements in driving future growth and 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bank's commitment to innovation and customer satisfaction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financial highlights showcase the bank's ability to maintain profitability and asset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HDFC Bank: A Leader in Indian Banking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Transforming the banking experience with innovative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11, 2026</a:t>
            </a:r>
          </a:p>
        </p:txBody>
      </p:sp>
      <p:pic>
        <p:nvPicPr>
          <p:cNvPr id="6" name="Picture 5" descr="b5320522f9644e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639" y="0"/>
            <a:ext cx="102970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Introduction to HDFC Bank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Indian Banking Sector Overview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HDFC Bank's Market Position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Digital Transformation Initiatives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Sustainability and CSR Efforts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Comparison with Peers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Future Outlook and Strategy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Conclusion and Call to Action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09    Appendix: Financial Highlights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Introduction to HDFC Bank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DA5D9"/>
                </a:solidFill>
                <a:latin typeface="Calibri"/>
              </a:rPr>
              <a:t>HDFC Bank is a leading Indian bank with significant milestones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Indian Banking Sector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767" y="1508760"/>
            <a:ext cx="341364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India's banking sector reached 2.3 trillion USD in assets by 2022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Growth rate averaged 8.5 percent annually from 2018 to 2022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Digital transactions rose 45 percent in 2021 due to pandemic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State Bank of India held 23 percent market share in 2022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508760"/>
          <a:ext cx="6492057" cy="37417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India's banking sector is large and growing rapidly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HDFC Bank: A Leader in Indian Banking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HDFC Bank's Market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15.6%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Market share in Indian banking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HDFC Bank holds 15.6 percent market share in Indian banking assets   ▪  Serves over 43 million customers across the country as of 2022   ▪  Total assets valued at 2.3 trillion INR as of the fiscal year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HDFC Bank: A Leader in Indian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Digital Transformation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Launched mobile banking app in 2014 with 1 million downloads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Processed 10 billion digital transactions worth 7 trillion INR in 2022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Introduced digital payment solution PayZapp in 2015 with 5 million users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Invested 150 million USD in digital transformation initiatives between 2020 and 2022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HDFC Bank is a leader in digital banking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HDFC Bank: A Leader in Indian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Sustainability and CSR Efforts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HDFC Bank invested 1.5 billion INR in renewable energy initiatives by 2022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Launched community development programs benefiting 500000 rural households annually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Conserved 15000 trees through environmental conservation efforts since 2018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Reduced carbon footprint by 20 percent through sustainable banking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HDFC Bank prioritizes social responsibility and environmental stewardship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HDFC Bank: A Leader in Indian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Comparison with 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Financial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Net profit growth of 21 percent in 2022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Return on assets of 1.9 percent in 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Customer Satisfaction and Digital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Customer satisfaction ratings of 85 percent in 2022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45 percent more digital transactions than State Bank in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HDFC Bank: A Leader in Indian 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Future Outlook and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381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2573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Introduction of new mobile payment platform to increase digital transactions by 30 percent</a:t>
            </a:r>
          </a:p>
        </p:txBody>
      </p:sp>
      <p:sp>
        <p:nvSpPr>
          <p:cNvPr id="9" name="Oval 8"/>
          <p:cNvSpPr/>
          <p:nvPr/>
        </p:nvSpPr>
        <p:spPr>
          <a:xfrm>
            <a:off x="5967831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Launch of 10 new digital products to enhance customer experience and increase customer base by 20 percent</a:t>
            </a:r>
          </a:p>
        </p:txBody>
      </p:sp>
      <p:sp>
        <p:nvSpPr>
          <p:cNvPr id="12" name="Oval 11"/>
          <p:cNvSpPr/>
          <p:nvPr/>
        </p:nvSpPr>
        <p:spPr>
          <a:xfrm>
            <a:off x="9483089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3476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4916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Expansion to 7000 branches across India to increase market share by 5 percent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HDFC Bank: A Leader in Indian Banking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313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0">
                <a:solidFill>
                  <a:srgbClr val="0B2545"/>
                </a:solidFill>
                <a:latin typeface="Calibri Light"/>
              </a:rPr>
              <a:t>“Our goal is to be the most trusted and preferred bank in India”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B"/>
                </a:solidFill>
                <a:latin typeface="Calibri"/>
              </a:rPr>
              <a:t>— Sashidhar Jagdishan, CEO of HDFC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HDFC Bank: A Leader in Indian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Appendix: Financial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767" y="1508760"/>
            <a:ext cx="341364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HDFC Bank's net profit increased by 21 percent to 215 billion INR in 2022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Total assets valued at 2.3 trillion INR as of the fiscal year 2022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Return on assets was 1.9 percent with a capital adequacy ratio of 18.3 percent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Non-performing assets ratio decreased to 1.08 percent in 2022 from 1.38 percent in 2021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HDFC Bank's market capitalization crossed 1 trillion USD in 2021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508760"/>
          <a:ext cx="6492057" cy="37417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HDFC Bank demonstrates strong financial performance and stability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HDFC Bank: A Leader in Indian Banking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capture - bugs story by utpal. (CC BY 2.0) https://www.flickr.com/photos/9643247@N08/2065659116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