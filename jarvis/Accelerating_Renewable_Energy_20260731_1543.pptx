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According to the IPCC, we have only a decade to limit warming to 1.5°C.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International Energy Agency (IEA)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 include the EU's Green Deal, California's SB 100, and Tesla's impact on the EV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in grid-scale batteries, community solar programs, and policy reform can help mitigate these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International Energy Agency (IEA)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International Renewable Energy Agency (IRENA)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 include the Paris Agreement, the European Green Deal, and the Sustainable Development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us work together to make this vision a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Accelerating Renewable Energy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3DA5D9"/>
                </a:solidFill>
                <a:latin typeface="Calibri"/>
              </a:rPr>
              <a:t>Transitioning to a Sustainable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EF4FA"/>
                </a:solidFill>
                <a:latin typeface="Calibri"/>
              </a:rPr>
              <a:t>July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Climate Crisis: The Imperative for Action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Renewable Energy Growth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Energy Transition Drivers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Challenges and Opportunities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Sectoral Breakdown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Job Creation and Economic Benefits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Way Forward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08   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Climate Crisis: The Imperative for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Global CO2 emissions continue to rise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Renewables must fill the gap by 2050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1.5°C target at risk without urgent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The clock is ticking to meet the Paris Agreement goals.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Accelerating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Wind and solar power costs dropped by 69% since 2010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Global renewable energy capacity grew 21% in 2020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Solar now accounts for 3.4% of global electricity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The economics of renewables have never been more favorable.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Accelerating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Energy Transition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Government policies and regulations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Technological advancements in energy storage and efficiency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Increasing demand for sustainable products and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The transition to renewables is driven by a combination of factors.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Accelerating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Challenges and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Grid integration and energy storage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Land use and resource competition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Policy consistency and regulatory frameworks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Addressing these challenges will unlock new opportunities.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Accelerating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Sectoral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Solar power dominates the renewable energy mix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Wind power accounts for 25% of global electricity generation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Hydroelectric power remains a significant player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The sector is diversifying and growing rapidly.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Accelerating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Job Creation and Economic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Renewable energy jobs exceed 11 million globally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US$1.3 trillion in investments expected by 2025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Carbon pricing can unlock $23 billion annually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The renewable energy sector is creating new opportunities for economic growth.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Accelerating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Way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Accelerate policy support and regulatory frameworks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Foster innovation through R&amp;D and public-private partnerships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Enhance global cooperation on climate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We must work together to achieve a sustainable energy future.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Accelerating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Renewable energy growth is essential for climate action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Economic benefits outweigh costs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Accelerating policy support is crucial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The future of energy is renewable, sustainable, and economically viable.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Accelerating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Together, we can accelerate the transition to a sustainable energy future. Thank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