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According to the IPCC, we have 10 years to limit global warming to 1.5°C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International Energy Agency (IEA) predicts that solar will be the leading source of electricity by 2050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 has seen a 50% increase in wind power capacity since 2010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world's largest hydroelectric dam, the Three Gorges Dam in China, generates over 22 GW of power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US has the world's largest geothermal resource, with potential for 60 GW of new capacity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Tesla's Powerwall has made home battery storage affordable for millions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European Union has set a target of 32% renewable energy by 2030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 for action is now – let's seize the opportunity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economic benefits of transitioning to renewable energy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Renewable Energy: The Future is Now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8BC34A"/>
                </a:solidFill>
                <a:latin typeface="Calibri"/>
              </a:rPr>
              <a:t>Transforming the way we power our world with clean, sustainable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July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The Problem with Fossil Fuels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Solar Power: A Growing Industry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Wind Power: A Reliable Source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Hydroelectric Power: A Timeless Solution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Geothermal Energy: The Hidden Gem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Energy Storage: The Key to Integration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Policy and Regulation: Enabling Change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Conclusion: A Bright Future Ahead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09    Reducing Costs with Renewable Energy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The Problem with Fossil Fuels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Fossil fuels are finite and polluting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Climate change is a pressing concern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Energy costs are rising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We need to transition to renewable energy sources ASAP.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The Future is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Solar Power: A Growing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Global solar capacity has grown by 20% in the last year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Solar panels are now cheaper than coal power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Renewable energy jobs are on the 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Solar power is becoming increasingly viable and cost-effective.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The Future is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Wind Power: A Reliable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Offshore wind farms are generating more energy than ever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Wind power is now cheaper than coal in many countries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Turbines are getting bigger and more efficient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Wind power is a reliable and growing source of renewable energy.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The Future is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Hydroelectric Power: A Timeless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Hydroelectric dams are still generating over 15% of global electricity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New technologies are improving efficiency and reducing costs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Run-of-river systems are gaining popularity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Hydroelectric power is a proven and reliable source of renewable energy.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The Future is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Geothermal Energy: The Hidden 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Geothermal plants are generating electricity in over 20 countries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New technologies are unlocking previously inaccessible resources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Closed-loop systems reduce environmental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Geothermal energy is a clean and efficient source of renewable power.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The Future is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Energy Storage: The Key to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Battery costs are plummeting, making storage more viable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Grid-scale batteries are being deployed worldwide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Smart grids and demand response systems are improving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Energy storage is essential for integrating renewable energy into the grid.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The Future is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Policy and Regulation: Enabling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Renewable portfolio standards (RPS) are driving growth in many countries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Tax credits and incentives are supporting investment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Grid modernization efforts are underway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Strong policies and regulations are crucial for a renewable energy transition.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The Future is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Conclusion: A Bright Future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Renewable energy is becoming increasingly cost-competitive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Investment in clean tech is rising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 sustainable future is within our grasp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We can and must transition to a renewable energy-based economy.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The Future is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Reducing Costs with Renewable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Lower operational costs compared to fossil fuels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Decreased maintenance needs due to fewer moving parts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No fuel costs for solar or wind energy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Calibri"/>
              </a:rPr>
              <a:t>Renewable energy reduces overall project expenses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Renewable Energy: The Future is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8716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 for joining me on this journey towards a cleaner, brighter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