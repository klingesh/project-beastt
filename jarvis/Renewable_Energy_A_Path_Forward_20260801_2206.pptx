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image: Renewable Energy Development in the California Desert by mypubliclands (CC BY 2.0) https://www.flickr.com/photos/91981596@N06/29730316311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need to transition away from fossil fuels to mitigate climate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Solar and wind power are leading the charge in renewable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Investing in renewable energy can have significant social and economic returns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Solar power is one of the most widely used forms of renewable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levelized cost of energy (LCOE) for renewables is decreasing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Investing in research and development can help overcome these challenges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Together, we can create a cleaner, more sustainable world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Renewable Energy: A Path Forward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FBBF24"/>
                </a:solidFill>
                <a:latin typeface="Calibri"/>
              </a:rPr>
              <a:t>Harnessing the power of nature to fuel our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August 01, 2026</a:t>
            </a:r>
          </a:p>
        </p:txBody>
      </p:sp>
      <p:pic>
        <p:nvPicPr>
          <p:cNvPr id="6" name="Picture 5" descr="e07ec93214863bd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15" y="0"/>
            <a:ext cx="102819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The Problem with Fossil Fuels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Renewable Energy Growth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Benefits of Renewable Energy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Solar Power in Action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Cost Comparison: Fossil Fuels vs. Renewables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Challenges and Opportunities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The Problem with Fossil Fuels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Contributes to climate change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Finite resource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Pollutes the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Fossil fuels are unsustainable and harming our planet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A Path Forward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Energy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7C2D12"/>
                </a:solidFill>
                <a:latin typeface="Calibri Light"/>
              </a:rPr>
              <a:t>24%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78716C"/>
                </a:solidFill>
                <a:latin typeface="Calibri"/>
              </a:rPr>
              <a:t>Global renewable energy capacity growth (2020-2021)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A Path Forward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Benefits of Renewable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Reduces greenhouse gas emissions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Creates jobs and stimulates local economies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Improves air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Renewable energy has numerous benefits for our health and economy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A Path Forward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Solar Power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071183" y="1508760"/>
            <a:ext cx="4297551" cy="34015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0448" y="2571750"/>
            <a:ext cx="1280160" cy="128016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Renewable energy is already being harnessed worldwide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A Path 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Cost Comparison: Fossil Fuels vs. Renewables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090007" cy="41148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090007" cy="5029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Fossil Fuels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High upfront costs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Variable fuel prices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554480"/>
            <a:ext cx="5090007" cy="41148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554480"/>
            <a:ext cx="5090007" cy="50292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Renewables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Low maintenance costs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Predictable energy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A Path Forward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Challenges and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Grid integration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Energy storage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Policy and regulation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Addressing the challenges of renewable energy will unlock its full potential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A Path Forward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Renewable energy is a vital component of our sustainable future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We must continue to invest in its growth and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The transition to renewable energy is underway, but we must accelerate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A Path Forward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Image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 Development in the California Desert by mypubliclands (CC BY 2.0) https://www.flickr.com/photos/91981596@N06/29730316311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