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image: Joe's DIY Solar Panel Install Taken by Joe by Dave Dugdale (CC BY-SA 2.0) https://www.flickr.com/photos/37387065@N05/4160370798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overview of the importance of renewables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growth of renewable energy in India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significance of solar energy in India's renewable mix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Showcase the wind farms in India and their contribution to renewable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the benefits of renewable energy with non-renewable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government initiatives to promote renewable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key milestones in India's renewable energy journey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key points and emphasize the importance of renewable energy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0" cy="76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 Light"/>
              </a:rPr>
              <a:t>Renewable Energy in India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FBBF24"/>
                </a:solidFill>
                <a:latin typeface="Calibri"/>
              </a:rPr>
              <a:t>Powering a sustainable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August 05, 2026</a:t>
            </a:r>
          </a:p>
        </p:txBody>
      </p:sp>
      <p:pic>
        <p:nvPicPr>
          <p:cNvPr id="6" name="Picture 5" descr="d2eb425ec620af6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695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01    Introduction to Renewables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02    Renewable Energy Capacity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03    Solar Energy in India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04    Wind Farms in India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05    Renewable vs Non-Renewable Energy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06    Government Initiatives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07    Renewable Energy Milestones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08  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Introduction to Renewables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30% of global emissions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50% of electricity from renewables by 2030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India's renewable capacity: 100 GW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Renewables are crucial for a sustainable 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 in India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Renewable Energy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7C2D12"/>
                </a:solidFill>
                <a:latin typeface="Calibri Light"/>
              </a:rPr>
              <a:t>150 GW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78716C"/>
                </a:solidFill>
                <a:latin typeface="Calibri"/>
              </a:rPr>
              <a:t>Installed capacity by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 in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Solar Energy in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50 GW installed capacity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$20 billion investment by 2025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Creating 1 million 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Solar energy is a key driver of India's renewable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 in India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Wind Farms in India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071183" y="1508760"/>
            <a:ext cx="4297551" cy="34015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0448" y="2571750"/>
            <a:ext cx="1280160" cy="128016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Wind energy is a significant contributor to India's renewable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 in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Renewable vs Non-Renewable Energy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5090007" cy="411480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5090007" cy="5029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Renewable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Sustainable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Zero emissions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Lower operational costs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554480"/>
            <a:ext cx="5090007" cy="411480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1554480"/>
            <a:ext cx="5090007" cy="50292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Non-Renewable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Finite resources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High emissions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Higher operational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 in India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Government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National Solar Mission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Wind-Solar Hybrid Policy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Renewable Purchase Obligations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The government is actively promoting renewable energy in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 in India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Renewable Energy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10545775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52573" y="3457194"/>
            <a:ext cx="256032" cy="256032"/>
          </a:xfrm>
          <a:prstGeom prst="ellipse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C2410C"/>
                </a:solidFill>
                <a:latin typeface="Calibri"/>
              </a:rPr>
              <a:t>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India achieves 50 GW of installed renewable capacity</a:t>
            </a:r>
          </a:p>
        </p:txBody>
      </p:sp>
      <p:sp>
        <p:nvSpPr>
          <p:cNvPr id="9" name="Oval 8"/>
          <p:cNvSpPr/>
          <p:nvPr/>
        </p:nvSpPr>
        <p:spPr>
          <a:xfrm>
            <a:off x="5967831" y="3457194"/>
            <a:ext cx="256032" cy="256032"/>
          </a:xfrm>
          <a:prstGeom prst="ellipse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8218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C2410C"/>
                </a:solidFill>
                <a:latin typeface="Calibri"/>
              </a:rPr>
              <a:t>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India launches the National Hydrogen Mission</a:t>
            </a:r>
          </a:p>
        </p:txBody>
      </p:sp>
      <p:sp>
        <p:nvSpPr>
          <p:cNvPr id="12" name="Oval 11"/>
          <p:cNvSpPr/>
          <p:nvPr/>
        </p:nvSpPr>
        <p:spPr>
          <a:xfrm>
            <a:off x="9483089" y="3457194"/>
            <a:ext cx="256032" cy="256032"/>
          </a:xfrm>
          <a:prstGeom prst="ellipse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53476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C2410C"/>
                </a:solidFill>
                <a:latin typeface="Calibri"/>
              </a:rPr>
              <a:t>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4916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India targets 150 GW of installed renewable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 in 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86100"/>
            <a:ext cx="99971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 Light"/>
              </a:rPr>
              <a:t>Conclusion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FBBF24"/>
                </a:solidFill>
                <a:latin typeface="Calibri"/>
              </a:rPr>
              <a:t>Renewable energy is crucial for a sustainable future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Image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Joe's DIY Solar Panel Install Taken by Joe by Dave Dugdale (CC BY-SA 2.0) https://www.flickr.com/photos/37387065@N05/4160370798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